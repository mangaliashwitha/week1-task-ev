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92">
          <p15:clr>
            <a:srgbClr val="A4A3A4"/>
          </p15:clr>
        </p15:guide>
        <p15:guide id="2" pos="192">
          <p15:clr>
            <a:srgbClr val="A4A3A4"/>
          </p15:clr>
        </p15:guide>
        <p15:guide id="3" orient="horz" pos="1080">
          <p15:clr>
            <a:srgbClr val="A4A3A4"/>
          </p15:clr>
        </p15:guide>
      </p15:sldGuideLst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xmlns="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13DFBF-1BE8-4B41-9C26-2674CC7DF449}" v="20" dt="2025-11-11T12:17:08.8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0" d="100"/>
          <a:sy n="60" d="100"/>
        </p:scale>
        <p:origin x="76" y="116"/>
      </p:cViewPr>
      <p:guideLst>
        <p:guide orient="horz" pos="792"/>
        <p:guide pos="192"/>
        <p:guide orient="horz" pos="10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222" Type="http://schemas.openxmlformats.org/officeDocument/2006/relationships/viewProps" Target="viewProps.xml"/><Relationship Id="rId7" Type="http://schemas.openxmlformats.org/officeDocument/2006/relationships/slide" Target="slides/slide6.xml"/><Relationship Id="rId226" Type="http://schemas.microsoft.com/office/2015/10/relationships/revisionInfo" Target="revisionInfo.xml"/><Relationship Id="rId2" Type="http://schemas.openxmlformats.org/officeDocument/2006/relationships/slide" Target="slides/slide1.xml"/><Relationship Id="rId22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20" Type="http://customschemas.google.com/relationships/presentationmetadata" Target="metadata"/><Relationship Id="rId225" Type="http://schemas.microsoft.com/office/2016/11/relationships/changesInfo" Target="changesInfos/changesInfo1.xml"/><Relationship Id="rId5" Type="http://schemas.openxmlformats.org/officeDocument/2006/relationships/slide" Target="slides/slide4.xml"/><Relationship Id="rId22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3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witha Mangali" userId="86460312ade84a1a" providerId="LiveId" clId="{825824F1-D47A-4DC9-B418-7C2214E5F3AE}"/>
    <pc:docChg chg="undo custSel modSld">
      <pc:chgData name="Ashwitha Mangali" userId="86460312ade84a1a" providerId="LiveId" clId="{825824F1-D47A-4DC9-B418-7C2214E5F3AE}" dt="2025-11-11T12:21:34.263" v="196" actId="20577"/>
      <pc:docMkLst>
        <pc:docMk/>
      </pc:docMkLst>
      <pc:sldChg chg="addSp modSp mod">
        <pc:chgData name="Ashwitha Mangali" userId="86460312ade84a1a" providerId="LiveId" clId="{825824F1-D47A-4DC9-B418-7C2214E5F3AE}" dt="2025-11-11T11:00:00.769" v="108" actId="255"/>
        <pc:sldMkLst>
          <pc:docMk/>
          <pc:sldMk cId="367127615" sldId="256"/>
        </pc:sldMkLst>
        <pc:spChg chg="mod">
          <ac:chgData name="Ashwitha Mangali" userId="86460312ade84a1a" providerId="LiveId" clId="{825824F1-D47A-4DC9-B418-7C2214E5F3AE}" dt="2025-11-11T10:55:20.616" v="3" actId="20577"/>
          <ac:spMkLst>
            <pc:docMk/>
            <pc:sldMk cId="367127615" sldId="256"/>
            <ac:spMk id="5" creationId="{D5067E9C-C7B9-4476-9708-CBB3F66FD892}"/>
          </ac:spMkLst>
        </pc:spChg>
        <pc:spChg chg="add mod">
          <ac:chgData name="Ashwitha Mangali" userId="86460312ade84a1a" providerId="LiveId" clId="{825824F1-D47A-4DC9-B418-7C2214E5F3AE}" dt="2025-11-11T11:00:00.769" v="108" actId="255"/>
          <ac:spMkLst>
            <pc:docMk/>
            <pc:sldMk cId="367127615" sldId="256"/>
            <ac:spMk id="9" creationId="{C538CF3F-E14D-FBA4-A8B5-1370856FCAC7}"/>
          </ac:spMkLst>
        </pc:spChg>
      </pc:sldChg>
      <pc:sldChg chg="addSp modSp mod">
        <pc:chgData name="Ashwitha Mangali" userId="86460312ade84a1a" providerId="LiveId" clId="{825824F1-D47A-4DC9-B418-7C2214E5F3AE}" dt="2025-11-11T12:21:24.412" v="194" actId="20577"/>
        <pc:sldMkLst>
          <pc:docMk/>
          <pc:sldMk cId="2932052481" sldId="257"/>
        </pc:sldMkLst>
        <pc:spChg chg="mod">
          <ac:chgData name="Ashwitha Mangali" userId="86460312ade84a1a" providerId="LiveId" clId="{825824F1-D47A-4DC9-B418-7C2214E5F3AE}" dt="2025-11-11T11:04:44.521" v="109" actId="1076"/>
          <ac:spMkLst>
            <pc:docMk/>
            <pc:sldMk cId="2932052481" sldId="257"/>
            <ac:spMk id="2" creationId="{B094E319-C77C-49E2-964C-6E125D716194}"/>
          </ac:spMkLst>
        </pc:spChg>
        <pc:spChg chg="add mod">
          <ac:chgData name="Ashwitha Mangali" userId="86460312ade84a1a" providerId="LiveId" clId="{825824F1-D47A-4DC9-B418-7C2214E5F3AE}" dt="2025-11-11T12:21:24.412" v="194" actId="20577"/>
          <ac:spMkLst>
            <pc:docMk/>
            <pc:sldMk cId="2932052481" sldId="257"/>
            <ac:spMk id="8" creationId="{1647A4FC-B72E-8652-6EFC-8F0052C44806}"/>
          </ac:spMkLst>
        </pc:spChg>
      </pc:sldChg>
      <pc:sldChg chg="addSp delSp modSp mod">
        <pc:chgData name="Ashwitha Mangali" userId="86460312ade84a1a" providerId="LiveId" clId="{825824F1-D47A-4DC9-B418-7C2214E5F3AE}" dt="2025-11-11T12:21:34.263" v="196" actId="20577"/>
        <pc:sldMkLst>
          <pc:docMk/>
          <pc:sldMk cId="564571264" sldId="258"/>
        </pc:sldMkLst>
        <pc:spChg chg="add del mod">
          <ac:chgData name="Ashwitha Mangali" userId="86460312ade84a1a" providerId="LiveId" clId="{825824F1-D47A-4DC9-B418-7C2214E5F3AE}" dt="2025-11-11T11:32:03.025" v="126"/>
          <ac:spMkLst>
            <pc:docMk/>
            <pc:sldMk cId="564571264" sldId="258"/>
            <ac:spMk id="2" creationId="{76FAE22E-EF88-F89F-E767-C6266E3B5CAD}"/>
          </ac:spMkLst>
        </pc:spChg>
        <pc:spChg chg="mod">
          <ac:chgData name="Ashwitha Mangali" userId="86460312ade84a1a" providerId="LiveId" clId="{825824F1-D47A-4DC9-B418-7C2214E5F3AE}" dt="2025-11-11T12:21:34.263" v="196" actId="20577"/>
          <ac:spMkLst>
            <pc:docMk/>
            <pc:sldMk cId="564571264" sldId="258"/>
            <ac:spMk id="3" creationId="{2361D872-7EC7-439F-A588-B1D90CB7A92F}"/>
          </ac:spMkLst>
        </pc:spChg>
        <pc:spChg chg="add mod">
          <ac:chgData name="Ashwitha Mangali" userId="86460312ade84a1a" providerId="LiveId" clId="{825824F1-D47A-4DC9-B418-7C2214E5F3AE}" dt="2025-11-11T11:32:41.364" v="130" actId="14100"/>
          <ac:spMkLst>
            <pc:docMk/>
            <pc:sldMk cId="564571264" sldId="258"/>
            <ac:spMk id="4" creationId="{5A52048E-14EF-687F-F12C-8D92074DEEAF}"/>
          </ac:spMkLst>
        </pc:spChg>
      </pc:sldChg>
      <pc:sldChg chg="addSp modSp mod">
        <pc:chgData name="Ashwitha Mangali" userId="86460312ade84a1a" providerId="LiveId" clId="{825824F1-D47A-4DC9-B418-7C2214E5F3AE}" dt="2025-11-11T11:34:17.636" v="145" actId="20577"/>
        <pc:sldMkLst>
          <pc:docMk/>
          <pc:sldMk cId="2706790016" sldId="259"/>
        </pc:sldMkLst>
        <pc:spChg chg="add mod">
          <ac:chgData name="Ashwitha Mangali" userId="86460312ade84a1a" providerId="LiveId" clId="{825824F1-D47A-4DC9-B418-7C2214E5F3AE}" dt="2025-11-11T11:34:17.636" v="145" actId="20577"/>
          <ac:spMkLst>
            <pc:docMk/>
            <pc:sldMk cId="2706790016" sldId="259"/>
            <ac:spMk id="2" creationId="{7B8DA55E-7E6E-6B04-F946-E8FF912D2AF2}"/>
          </ac:spMkLst>
        </pc:spChg>
        <pc:spChg chg="mod">
          <ac:chgData name="Ashwitha Mangali" userId="86460312ade84a1a" providerId="LiveId" clId="{825824F1-D47A-4DC9-B418-7C2214E5F3AE}" dt="2025-11-11T11:32:56.953" v="131" actId="1076"/>
          <ac:spMkLst>
            <pc:docMk/>
            <pc:sldMk cId="2706790016" sldId="259"/>
            <ac:spMk id="3" creationId="{2361D872-7EC7-439F-A588-B1D90CB7A92F}"/>
          </ac:spMkLst>
        </pc:spChg>
      </pc:sldChg>
      <pc:sldChg chg="addSp modSp mod">
        <pc:chgData name="Ashwitha Mangali" userId="86460312ade84a1a" providerId="LiveId" clId="{825824F1-D47A-4DC9-B418-7C2214E5F3AE}" dt="2025-11-11T11:36:32.526" v="156" actId="14100"/>
        <pc:sldMkLst>
          <pc:docMk/>
          <pc:sldMk cId="31965923" sldId="260"/>
        </pc:sldMkLst>
        <pc:spChg chg="add mod">
          <ac:chgData name="Ashwitha Mangali" userId="86460312ade84a1a" providerId="LiveId" clId="{825824F1-D47A-4DC9-B418-7C2214E5F3AE}" dt="2025-11-11T11:36:32.526" v="156" actId="14100"/>
          <ac:spMkLst>
            <pc:docMk/>
            <pc:sldMk cId="31965923" sldId="260"/>
            <ac:spMk id="4" creationId="{B1461BD9-FCAC-8D6B-A686-7F71E10F1981}"/>
          </ac:spMkLst>
        </pc:spChg>
      </pc:sldChg>
      <pc:sldChg chg="addSp modSp mod">
        <pc:chgData name="Ashwitha Mangali" userId="86460312ade84a1a" providerId="LiveId" clId="{825824F1-D47A-4DC9-B418-7C2214E5F3AE}" dt="2025-11-11T11:39:10.637" v="168" actId="113"/>
        <pc:sldMkLst>
          <pc:docMk/>
          <pc:sldMk cId="3002968868" sldId="261"/>
        </pc:sldMkLst>
        <pc:spChg chg="add mod">
          <ac:chgData name="Ashwitha Mangali" userId="86460312ade84a1a" providerId="LiveId" clId="{825824F1-D47A-4DC9-B418-7C2214E5F3AE}" dt="2025-11-11T11:39:10.637" v="168" actId="113"/>
          <ac:spMkLst>
            <pc:docMk/>
            <pc:sldMk cId="3002968868" sldId="261"/>
            <ac:spMk id="4" creationId="{8A7144B5-92ED-8155-9CD2-011745B7AA48}"/>
          </ac:spMkLst>
        </pc:spChg>
      </pc:sldChg>
      <pc:sldChg chg="addSp modSp mod">
        <pc:chgData name="Ashwitha Mangali" userId="86460312ade84a1a" providerId="LiveId" clId="{825824F1-D47A-4DC9-B418-7C2214E5F3AE}" dt="2025-11-11T12:21:08.764" v="193" actId="113"/>
        <pc:sldMkLst>
          <pc:docMk/>
          <pc:sldMk cId="151988358" sldId="262"/>
        </pc:sldMkLst>
        <pc:spChg chg="mod">
          <ac:chgData name="Ashwitha Mangali" userId="86460312ade84a1a" providerId="LiveId" clId="{825824F1-D47A-4DC9-B418-7C2214E5F3AE}" dt="2025-11-11T12:17:33.867" v="182" actId="1076"/>
          <ac:spMkLst>
            <pc:docMk/>
            <pc:sldMk cId="151988358" sldId="262"/>
            <ac:spMk id="3" creationId="{2361D872-7EC7-439F-A588-B1D90CB7A92F}"/>
          </ac:spMkLst>
        </pc:spChg>
        <pc:spChg chg="add mod">
          <ac:chgData name="Ashwitha Mangali" userId="86460312ade84a1a" providerId="LiveId" clId="{825824F1-D47A-4DC9-B418-7C2214E5F3AE}" dt="2025-11-11T12:21:08.764" v="193" actId="113"/>
          <ac:spMkLst>
            <pc:docMk/>
            <pc:sldMk cId="151988358" sldId="262"/>
            <ac:spMk id="4" creationId="{9B1194EF-93BC-8C06-D284-5F40612203DE}"/>
          </ac:spMkLst>
        </pc:spChg>
      </pc:sldChg>
      <pc:sldChg chg="addSp modSp mod">
        <pc:chgData name="Ashwitha Mangali" userId="86460312ade84a1a" providerId="LiveId" clId="{825824F1-D47A-4DC9-B418-7C2214E5F3AE}" dt="2025-11-11T12:17:21.198" v="181" actId="14100"/>
        <pc:sldMkLst>
          <pc:docMk/>
          <pc:sldMk cId="1635949419" sldId="263"/>
        </pc:sldMkLst>
        <pc:spChg chg="add">
          <ac:chgData name="Ashwitha Mangali" userId="86460312ade84a1a" providerId="LiveId" clId="{825824F1-D47A-4DC9-B418-7C2214E5F3AE}" dt="2025-11-11T12:15:17.447" v="169"/>
          <ac:spMkLst>
            <pc:docMk/>
            <pc:sldMk cId="1635949419" sldId="263"/>
            <ac:spMk id="2" creationId="{2506A3AE-817E-D0B0-2C16-74E791D682B9}"/>
          </ac:spMkLst>
        </pc:spChg>
        <pc:picChg chg="add mod">
          <ac:chgData name="Ashwitha Mangali" userId="86460312ade84a1a" providerId="LiveId" clId="{825824F1-D47A-4DC9-B418-7C2214E5F3AE}" dt="2025-11-11T12:16:19.993" v="176" actId="14100"/>
          <ac:picMkLst>
            <pc:docMk/>
            <pc:sldMk cId="1635949419" sldId="263"/>
            <ac:picMk id="5" creationId="{A8BF89A5-364F-65B2-3C8C-C285792934A6}"/>
          </ac:picMkLst>
        </pc:picChg>
        <pc:picChg chg="add mod">
          <ac:chgData name="Ashwitha Mangali" userId="86460312ade84a1a" providerId="LiveId" clId="{825824F1-D47A-4DC9-B418-7C2214E5F3AE}" dt="2025-11-11T12:17:21.198" v="181" actId="14100"/>
          <ac:picMkLst>
            <pc:docMk/>
            <pc:sldMk cId="1635949419" sldId="263"/>
            <ac:picMk id="7" creationId="{0513B386-EE3D-1CC5-3D03-FB6F8FF7812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41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878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1877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8266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72688" y="780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153E6A6-60E4-FE14-1CBC-8CC211274D1C}"/>
              </a:ext>
            </a:extLst>
          </p:cNvPr>
          <p:cNvSpPr/>
          <p:nvPr/>
        </p:nvSpPr>
        <p:spPr>
          <a:xfrm>
            <a:off x="1" y="0"/>
            <a:ext cx="9829800" cy="71763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7CE881-772B-9023-3054-4B219B75D755}"/>
              </a:ext>
            </a:extLst>
          </p:cNvPr>
          <p:cNvSpPr/>
          <p:nvPr/>
        </p:nvSpPr>
        <p:spPr>
          <a:xfrm>
            <a:off x="9888967" y="-419"/>
            <a:ext cx="112283" cy="732357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 descr="A blue and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16A7B69A-9B14-87FE-841D-37F0A91D141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 amt="16000"/>
          </a:blip>
          <a:srcRect t="24724" r="1619" b="63695"/>
          <a:stretch/>
        </p:blipFill>
        <p:spPr>
          <a:xfrm>
            <a:off x="0" y="-1"/>
            <a:ext cx="9839325" cy="7239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7B91A16-5D54-2FC0-B0FD-A78085FC1313}"/>
              </a:ext>
            </a:extLst>
          </p:cNvPr>
          <p:cNvSpPr/>
          <p:nvPr/>
        </p:nvSpPr>
        <p:spPr>
          <a:xfrm>
            <a:off x="11925300" y="-419"/>
            <a:ext cx="266700" cy="732357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701" r:id="rId2"/>
    <p:sldLayoutId id="2147483714" r:id="rId3"/>
    <p:sldLayoutId id="214748372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freepik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sitting at a desk with a computer&#10;&#10;Description automatically generated">
            <a:extLst>
              <a:ext uri="{FF2B5EF4-FFF2-40B4-BE49-F238E27FC236}">
                <a16:creationId xmlns:a16="http://schemas.microsoft.com/office/drawing/2014/main" id="{07B8740D-C76F-46FC-AEFB-23FB0614D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1857762-AD52-483C-B3E1-635C5BBC6F2F}"/>
              </a:ext>
            </a:extLst>
          </p:cNvPr>
          <p:cNvSpPr/>
          <p:nvPr/>
        </p:nvSpPr>
        <p:spPr>
          <a:xfrm>
            <a:off x="5873750" y="584200"/>
            <a:ext cx="4673600" cy="977900"/>
          </a:xfrm>
          <a:prstGeom prst="roundRect">
            <a:avLst/>
          </a:prstGeom>
          <a:solidFill>
            <a:srgbClr val="EBEEF9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067E9C-C7B9-4476-9708-CBB3F66FD892}"/>
              </a:ext>
            </a:extLst>
          </p:cNvPr>
          <p:cNvSpPr txBox="1"/>
          <p:nvPr/>
        </p:nvSpPr>
        <p:spPr>
          <a:xfrm>
            <a:off x="4151586" y="3429000"/>
            <a:ext cx="68708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Name of Project </a:t>
            </a:r>
            <a:r>
              <a:rPr lang="en-IN" sz="36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7224A59-2417-428A-A991-E468431BB817}"/>
              </a:ext>
            </a:extLst>
          </p:cNvPr>
          <p:cNvGrpSpPr/>
          <p:nvPr/>
        </p:nvGrpSpPr>
        <p:grpSpPr>
          <a:xfrm>
            <a:off x="6890523" y="742091"/>
            <a:ext cx="2640053" cy="664378"/>
            <a:chOff x="2375536" y="1112060"/>
            <a:chExt cx="3292636" cy="828603"/>
          </a:xfrm>
        </p:grpSpPr>
        <p:pic>
          <p:nvPicPr>
            <p:cNvPr id="7" name="Picture 6" descr="A close up of a logo&#10;&#10;Description automatically generated">
              <a:extLst>
                <a:ext uri="{FF2B5EF4-FFF2-40B4-BE49-F238E27FC236}">
                  <a16:creationId xmlns:a16="http://schemas.microsoft.com/office/drawing/2014/main" id="{BD3530AF-9771-470E-A9BF-F28AA2275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2781" y="1270168"/>
              <a:ext cx="1575391" cy="512386"/>
            </a:xfrm>
            <a:prstGeom prst="rect">
              <a:avLst/>
            </a:prstGeom>
          </p:spPr>
        </p:pic>
        <p:pic>
          <p:nvPicPr>
            <p:cNvPr id="8" name="Picture 7" descr="A yellow and red shell logo&#10;&#10;Description automatically generated">
              <a:extLst>
                <a:ext uri="{FF2B5EF4-FFF2-40B4-BE49-F238E27FC236}">
                  <a16:creationId xmlns:a16="http://schemas.microsoft.com/office/drawing/2014/main" id="{75E6A819-9F3F-4787-A707-A7415C302B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75536" y="1112060"/>
              <a:ext cx="985475" cy="828603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538CF3F-E14D-FBA4-A8B5-1370856FCAC7}"/>
              </a:ext>
            </a:extLst>
          </p:cNvPr>
          <p:cNvSpPr txBox="1"/>
          <p:nvPr/>
        </p:nvSpPr>
        <p:spPr>
          <a:xfrm>
            <a:off x="5061098" y="4329041"/>
            <a:ext cx="913708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Autonomous Control System for Electric Vehicles</a:t>
            </a:r>
          </a:p>
          <a:p>
            <a:endParaRPr lang="en-US" sz="2400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6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-presented by </a:t>
            </a:r>
          </a:p>
          <a:p>
            <a:pPr algn="ctr"/>
            <a:r>
              <a:rPr lang="en-US" sz="16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Mangali Ashwitha</a:t>
            </a:r>
          </a:p>
        </p:txBody>
      </p:sp>
    </p:spTree>
    <p:extLst>
      <p:ext uri="{BB962C8B-B14F-4D97-AF65-F5344CB8AC3E}">
        <p14:creationId xmlns:p14="http://schemas.microsoft.com/office/powerpoint/2010/main" val="367127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94E319-C77C-49E2-964C-6E125D716194}"/>
              </a:ext>
            </a:extLst>
          </p:cNvPr>
          <p:cNvSpPr txBox="1"/>
          <p:nvPr/>
        </p:nvSpPr>
        <p:spPr>
          <a:xfrm>
            <a:off x="345440" y="1042610"/>
            <a:ext cx="2652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Learning Objectives</a:t>
            </a:r>
            <a:endParaRPr lang="en-IN" sz="2000" dirty="0">
              <a:solidFill>
                <a:srgbClr val="213163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1F3497-5370-4874-9908-5AD45214E10B}"/>
              </a:ext>
            </a:extLst>
          </p:cNvPr>
          <p:cNvSpPr txBox="1"/>
          <p:nvPr/>
        </p:nvSpPr>
        <p:spPr>
          <a:xfrm>
            <a:off x="199809" y="6135329"/>
            <a:ext cx="795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b="1" dirty="0">
                <a:latin typeface="+mn-lt"/>
              </a:rPr>
              <a:t>Source 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E830DD-8813-42EB-B27B-B7D85423D0C7}"/>
              </a:ext>
            </a:extLst>
          </p:cNvPr>
          <p:cNvSpPr txBox="1"/>
          <p:nvPr/>
        </p:nvSpPr>
        <p:spPr>
          <a:xfrm>
            <a:off x="880529" y="6135329"/>
            <a:ext cx="1842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dirty="0">
                <a:solidFill>
                  <a:srgbClr val="0000FF"/>
                </a:solidFill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www.freepik.com/</a:t>
            </a:r>
            <a:endParaRPr lang="en-IN" sz="1200" dirty="0">
              <a:solidFill>
                <a:srgbClr val="0000FF"/>
              </a:solidFill>
              <a:latin typeface="+mn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22F707-7F22-48A3-97EC-98EFB1023A55}"/>
              </a:ext>
            </a:extLst>
          </p:cNvPr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ladder leading to a large yellow circle&#10;&#10;Description automatically generated">
            <a:extLst>
              <a:ext uri="{FF2B5EF4-FFF2-40B4-BE49-F238E27FC236}">
                <a16:creationId xmlns:a16="http://schemas.microsoft.com/office/drawing/2014/main" id="{E2920B14-B344-4926-9729-BC7EBD91FF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85000"/>
          </a:blip>
          <a:srcRect l="13763" t="6135" r="13650"/>
          <a:stretch/>
        </p:blipFill>
        <p:spPr>
          <a:xfrm>
            <a:off x="7345680" y="1442720"/>
            <a:ext cx="4500880" cy="46329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264928-EACB-4739-BDDA-6799C99356F3}"/>
              </a:ext>
            </a:extLst>
          </p:cNvPr>
          <p:cNvSpPr txBox="1"/>
          <p:nvPr/>
        </p:nvSpPr>
        <p:spPr>
          <a:xfrm>
            <a:off x="8839200" y="3168609"/>
            <a:ext cx="150368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3500" b="1" dirty="0">
                <a:solidFill>
                  <a:schemeClr val="tx1"/>
                </a:solidFill>
                <a:latin typeface="+mn-lt"/>
              </a:rPr>
              <a:t>GOAL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1647A4FC-B72E-8652-6EFC-8F0052C448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01152"/>
            <a:ext cx="7538484" cy="3077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the concept of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behavioral cloning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how it helps in achieving autonomous vehicle control.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learn how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especially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neural networks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can be used for predicting steering angles based on camera input.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explore the process of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and preprocessing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from driving simulators for model training.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an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autonomous driving system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can take real-time input and generate control outputs such as steering and throttle.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gain practical knowledge in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Flask and Socket IO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communication between the simulator and our trained model.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analyze the performance of the system and understand how it can be adapted for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electric vehicles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the real world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32052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507974" y="1227153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213163"/>
                </a:solidFill>
              </a:rPr>
              <a:t>T</a:t>
            </a:r>
            <a:r>
              <a:rPr lang="en-IN" sz="2000" b="1" dirty="0" err="1">
                <a:solidFill>
                  <a:srgbClr val="213163"/>
                </a:solidFill>
              </a:rPr>
              <a:t>ools</a:t>
            </a:r>
            <a:r>
              <a:rPr lang="en-IN" sz="2000" b="1" dirty="0">
                <a:solidFill>
                  <a:srgbClr val="213163"/>
                </a:solidFill>
              </a:rPr>
              <a:t> and Technology used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A52048E-14EF-687F-F12C-8D92074DE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874" y="1882261"/>
            <a:ext cx="1084521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programming.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TensorFlow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building and training the deep learning model.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Flask and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SocketIO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communication between the simulator and our model.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OpenCV and NumPy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image preprocessing and numerical operations.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Udacity Simulator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collect data and test the autonomous driving system.</a:t>
            </a:r>
          </a:p>
        </p:txBody>
      </p:sp>
    </p:spTree>
    <p:extLst>
      <p:ext uri="{BB962C8B-B14F-4D97-AF65-F5344CB8AC3E}">
        <p14:creationId xmlns:p14="http://schemas.microsoft.com/office/powerpoint/2010/main" val="564571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300254" y="897698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Methodology</a:t>
            </a:r>
            <a:r>
              <a:rPr lang="en-US" sz="1800" b="1" dirty="0">
                <a:solidFill>
                  <a:srgbClr val="213163"/>
                </a:solidFill>
              </a:rPr>
              <a:t> </a:t>
            </a:r>
            <a:endParaRPr lang="en-IN" sz="1800" dirty="0">
              <a:solidFill>
                <a:srgbClr val="213163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8DA55E-7E6E-6B04-F946-E8FF912D2A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84174"/>
            <a:ext cx="9930809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Collection: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collected driving images and telemetry data from the simulator.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Preprocessing: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images were cropped, resized, converted to YUV color space, and normalized for better model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Training: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Convolutional Neural Network (CNN)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was trained to predict steering angles based on processed images.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Testing: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trained model was tested in the simulator to evaluate real-time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Flask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SocketIO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the model was connected to the simulator for real-time steering and throttle control.</a:t>
            </a:r>
          </a:p>
        </p:txBody>
      </p:sp>
    </p:spTree>
    <p:extLst>
      <p:ext uri="{BB962C8B-B14F-4D97-AF65-F5344CB8AC3E}">
        <p14:creationId xmlns:p14="http://schemas.microsoft.com/office/powerpoint/2010/main" val="2706790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Problem Statement: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461BD9-FCAC-8D6B-A686-7F71E10F1981}"/>
              </a:ext>
            </a:extLst>
          </p:cNvPr>
          <p:cNvSpPr txBox="1"/>
          <p:nvPr/>
        </p:nvSpPr>
        <p:spPr>
          <a:xfrm>
            <a:off x="1013636" y="1679944"/>
            <a:ext cx="109798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Modern transportation faces significant challenges such as road accidents due to human error, inefficient energy usage, and traffic congestion. Electric Vehicles (EVs), while offering an eco-friendly solution, still depend on human input for safe and efficient navigation. To achieve true intelligent mobility, there is a need for an autonomous driving system capable of perceiving, learning, and making real-time driving decisions</a:t>
            </a:r>
            <a:r>
              <a:rPr lang="en-US" sz="1400" b="0" i="0" dirty="0">
                <a:solidFill>
                  <a:srgbClr val="F0F6F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65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Solution: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7144B5-92ED-8155-9CD2-011745B7AA48}"/>
              </a:ext>
            </a:extLst>
          </p:cNvPr>
          <p:cNvSpPr txBox="1"/>
          <p:nvPr/>
        </p:nvSpPr>
        <p:spPr>
          <a:xfrm>
            <a:off x="467832" y="1637413"/>
            <a:ext cx="10930269" cy="2041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“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address these challenges, we propose an Autonomous Control System for Electric Vehicles.</a:t>
            </a:r>
          </a:p>
          <a:p>
            <a:pPr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system uses a deep learning–based behavioral cloning model that learns from human driving data.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processes real-time camera input to predict the correct steering angle and throttle for safe driving.</a:t>
            </a:r>
          </a:p>
          <a:p>
            <a:pPr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Flask and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SocketIO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trained model communicates with the simulator to control the vehicle automatically.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allows the electric vehicle to navigate smoothly, avoid human errors, and drive efficiently without manual input.</a:t>
            </a:r>
          </a:p>
          <a:p>
            <a:pPr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short, our solution enables intelligent, self-driving capability for electric vehicles using AI.”</a:t>
            </a:r>
          </a:p>
        </p:txBody>
      </p:sp>
    </p:spTree>
    <p:extLst>
      <p:ext uri="{BB962C8B-B14F-4D97-AF65-F5344CB8AC3E}">
        <p14:creationId xmlns:p14="http://schemas.microsoft.com/office/powerpoint/2010/main" val="3002968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Screenshot of Output: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2" name="AutoShape 2" descr="Output image">
            <a:extLst>
              <a:ext uri="{FF2B5EF4-FFF2-40B4-BE49-F238E27FC236}">
                <a16:creationId xmlns:a16="http://schemas.microsoft.com/office/drawing/2014/main" id="{2506A3AE-817E-D0B0-2C16-74E791D682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 descr="A graph of a speed and a speed&#10;&#10;AI-generated content may be incorrect.">
            <a:extLst>
              <a:ext uri="{FF2B5EF4-FFF2-40B4-BE49-F238E27FC236}">
                <a16:creationId xmlns:a16="http://schemas.microsoft.com/office/drawing/2014/main" id="{A8BF89A5-364F-65B2-3C8C-C28579293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88" y="1454523"/>
            <a:ext cx="5784112" cy="2573916"/>
          </a:xfrm>
          <a:prstGeom prst="rect">
            <a:avLst/>
          </a:prstGeom>
        </p:spPr>
      </p:pic>
      <p:pic>
        <p:nvPicPr>
          <p:cNvPr id="7" name="Picture 6" descr="A graph of a steering angle distribution&#10;&#10;AI-generated content may be incorrect.">
            <a:extLst>
              <a:ext uri="{FF2B5EF4-FFF2-40B4-BE49-F238E27FC236}">
                <a16:creationId xmlns:a16="http://schemas.microsoft.com/office/drawing/2014/main" id="{0513B386-EE3D-1CC5-3D03-FB6F8FF78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6642" y="3249111"/>
            <a:ext cx="5252484" cy="3507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949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436166" y="934988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Conclusion:</a:t>
            </a:r>
            <a:r>
              <a:rPr lang="en-US" sz="1800" b="1" dirty="0">
                <a:solidFill>
                  <a:srgbClr val="213163"/>
                </a:solidFill>
              </a:rPr>
              <a:t>  </a:t>
            </a:r>
            <a:endParaRPr lang="en-IN" sz="1800" dirty="0">
              <a:solidFill>
                <a:srgbClr val="213163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1194EF-93BC-8C06-D284-5F40612203DE}"/>
              </a:ext>
            </a:extLst>
          </p:cNvPr>
          <p:cNvSpPr txBox="1"/>
          <p:nvPr/>
        </p:nvSpPr>
        <p:spPr>
          <a:xfrm>
            <a:off x="680484" y="1573618"/>
            <a:ext cx="11206716" cy="2678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Control System for Electric Vehicles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successfully demonstrates how deep learning can enable intelligent and safe driving.</a:t>
            </a:r>
          </a:p>
          <a:p>
            <a:pPr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developed a behavioral cloning model that learns from human driving data and makes real-time driving decisions like steering and throttle control.</a:t>
            </a:r>
          </a:p>
          <a:p>
            <a:pPr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performed effectively in the simulator, showing smooth navigation and reduced human error.</a:t>
            </a:r>
          </a:p>
          <a:p>
            <a:pPr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proves that AI-powered autonomous control can enhance the safety, efficiency, and sustainability of electric vehicles.</a:t>
            </a:r>
          </a:p>
          <a:p>
            <a:pPr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future, the system can be improved by adding features like lane detection, obstacle avoidance, and traffic sign recognition to make it more reliable for real-world use.”</a:t>
            </a:r>
          </a:p>
        </p:txBody>
      </p:sp>
    </p:spTree>
    <p:extLst>
      <p:ext uri="{BB962C8B-B14F-4D97-AF65-F5344CB8AC3E}">
        <p14:creationId xmlns:p14="http://schemas.microsoft.com/office/powerpoint/2010/main" val="151988358"/>
      </p:ext>
    </p:extLst>
  </p:cSld>
  <p:clrMapOvr>
    <a:masterClrMapping/>
  </p:clrMapOvr>
</p:sld>
</file>

<file path=ppt/theme/theme1.xml><?xml version="1.0" encoding="utf-8"?>
<a:theme xmlns:a="http://schemas.openxmlformats.org/drawingml/2006/main" name="Session 01 Design Thinking &amp; Critical Thinking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ession 01 Design Thinking &amp; Critical Thinking" id="{1DE73F69-F87A-4ED3-81C1-82D2BA622E0C}" vid="{37568650-F724-47C7-905E-9640F80174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Session 01 Design Thinking &amp; Critical Thinking</Template>
  <TotalTime>95</TotalTime>
  <Words>601</Words>
  <Application>Microsoft Office PowerPoint</Application>
  <PresentationFormat>Widescreen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Session 01 Design Thinking &amp; Critical Thinking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Mahesh Kurhe</dc:creator>
  <cp:lastModifiedBy>Ashwitha Mangali</cp:lastModifiedBy>
  <cp:revision>3</cp:revision>
  <dcterms:created xsi:type="dcterms:W3CDTF">2024-12-31T09:40:01Z</dcterms:created>
  <dcterms:modified xsi:type="dcterms:W3CDTF">2025-11-11T12:21:42Z</dcterms:modified>
</cp:coreProperties>
</file>